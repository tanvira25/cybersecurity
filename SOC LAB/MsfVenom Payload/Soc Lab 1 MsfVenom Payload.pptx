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42C6-1967-5150-C7FE-15EBD1721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FF671-06AE-3027-D88A-0747109EC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EA7BC-CC72-A9E7-2C21-50F6403A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47A36-5C14-7819-A7B4-7DE61448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70CC0-3BD3-BE29-506A-6D1C466DD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15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7273-0325-FFCE-1D2D-4CF34B29A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CF5A1-36FE-D949-B2DF-0AC4150BF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F910E-7563-964D-07F7-DB775CD68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9BF8C-6109-C7B8-23F7-DEE0D74C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513E0-D82D-DF77-31FB-3D1404D01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7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F494-6D2D-2CF9-A844-7019B4AC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2B154-37CE-C08B-D408-76762289E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C5187-EF7A-94D8-8211-3507F5C1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43DE1-EAB6-BA21-FB04-612DF854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116FB-BB9D-364C-3447-C1C077C7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3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A9BFA-1262-A126-1E29-4C1D6C43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DB3FE-E433-9BE5-6535-6E65B7791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DED51-96AB-0C87-14C7-88ABD507F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4FAAA-BA52-C06A-E03E-A8F9124D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E37AF-81D5-1E2F-763F-540E187B2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19A93-38C1-9294-F8C3-9C926D3DF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9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1CF8-76F9-B1EC-8338-B0F514FA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1249E-39FF-ECE0-9856-F0243D83B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7682A-FDD9-E976-28C1-F2E3DA9D5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D4A35-A596-6C59-8C28-F5A8DE039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B6A9AE-362F-CC7B-9E27-0B3572C14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B3C0B-B969-23C0-DD86-18A7E1257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D4B913-2B16-740E-36ED-B4DAACC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0A9F2D-A0A9-7516-A740-E646B2925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3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A504-CEEC-AE2E-871A-8C9DAD74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A3171-7826-8A0B-652C-61452469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9886D-216B-B360-B19A-0065169C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E613C-A747-66FB-72AE-D3D80DB2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78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977B4F-E0F9-FA23-645E-E956C5BC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076A09-0413-25CA-D2A5-75C2D1CF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A22B5-1561-FB7F-F408-1918B522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5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11DC-9168-5CCA-5D12-22415816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A7E6F-413B-1A58-D07D-C2BFD4CD3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673BB-80A5-ABFF-E4D3-18873871F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B0387-B785-4EE1-024C-C848AE36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C9478-1D47-6ADD-DE69-3EBEBD4B8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C93B2-7BCC-9BED-502C-C88D64EB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8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BAB0-062F-3ACE-C0AB-AD362A70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9E879-5D96-E756-FE2D-0EB1C414A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294F8-8BA9-F2C8-CA02-0B8BB47E7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AF39-1EDE-8DEA-4683-6E099EBC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4B8FC-B698-C588-2853-68026D96E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7659D-F62A-2A79-0F9F-24C2D21C7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7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54C9-6647-B314-EB11-29F3932D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13810-A7AE-7520-4240-0059913A7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625A1-79B6-F93D-76E0-E667A2A3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8B8B1-F5D5-551D-82DF-02271E45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D8A0-6075-F14B-DA79-4910B83A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4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B98DD-13DF-F4CF-026D-1124DB9F0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218AD-CBE0-DE4D-30FA-7C81DCB9E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F26B1-D169-9221-B7D8-C7F846CE2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4F1E1-CF31-10F1-1E4D-8ADAB1E2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437D-B0A2-690A-C2A0-5D9B9FC8D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6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4D260D-526A-C3AC-1F9A-E5A6BD36F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46DE7-0F16-3850-51BB-6F9F9A7E0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3035D-5529-BBC9-036F-E8264BD90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E2A43-8ACD-D54C-B434-178A10E6005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66C18-D1B8-3A71-4EE2-781A3B472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2F619-E1CC-56A2-3850-613B46B79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05D91-4562-6A4A-8943-FEA3C9F5E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7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4E6F20-943D-8235-D4B8-7C0732C0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2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D0C41B-F805-41EC-615D-A1C61F203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5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C12882-21EB-11D2-4294-A09F8BD3C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6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4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E06CD7-498D-B0BE-D3AA-91E99D8E0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3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CF85AF-7465-5A8D-6A70-AB71E7BA0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93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8482E6-53B0-981C-4E72-B2CB5228B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04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Tanvir Ahmed</dc:creator>
  <cp:lastModifiedBy>Tanvir Ahmed</cp:lastModifiedBy>
  <cp:revision>1</cp:revision>
  <dcterms:created xsi:type="dcterms:W3CDTF">2026-03-04T18:05:01Z</dcterms:created>
  <dcterms:modified xsi:type="dcterms:W3CDTF">2026-03-04T18:09:05Z</dcterms:modified>
</cp:coreProperties>
</file>